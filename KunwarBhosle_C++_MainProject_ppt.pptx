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90"/>
  </p:normalViewPr>
  <p:slideViewPr>
    <p:cSldViewPr snapToGrid="0" snapToObjects="1">
      <p:cViewPr varScale="1">
        <p:scale>
          <a:sx n="111" d="100"/>
          <a:sy n="111" d="100"/>
        </p:scale>
        <p:origin x="160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5DE7-EE9F-0717-2930-24F896EB5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D6B5A-75D2-29A5-0855-153AA5606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28819-F873-059C-00BB-74723EFE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EC0E7-2ECE-DB80-65A9-5DAFE8D13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4CEF6-541C-99E3-14B7-A3535D33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1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A203E-7B0C-C2E8-656E-A4365FA1D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0CFC-C9A5-63F9-EDAD-1E55F5013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30C34-912F-5232-8967-6AFA0CBE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D25CE-3C00-5B6C-0B00-CE11F8482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47E6C-04F4-7CC9-2F56-7FA73F918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1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D306-5ECD-7DDB-7B04-DF5BB86BE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8F468-7FAB-A7A1-C7C2-90BFFAC0C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16749-AC90-ADFB-61D1-27AA7B36E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BE2AB-6F61-FFE6-3D43-4BF1DFD27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84D13-5184-E839-DC28-91A502FE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44EE-6149-8716-9DAE-D62E8EE7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221F4-ABD7-CC1E-4076-01782D916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3B6EE-1355-AD77-6D2F-453DE34A1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C1662-E526-A1D2-7BB5-A71D1F1CF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699F9-A4E0-64A1-16E5-1992BA6A4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494E4-25E6-A693-3067-304DCEDFF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42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318F-D8B1-9DBF-C764-F982EF42D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338F4-7203-A652-37A0-32E8AB361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6A978-2FC8-DC6F-9A7B-FFA770E8B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87948-A2BF-A47C-FF77-5BB4B1208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0B1E3D-4937-7C59-AB4F-8EDFF0C4B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047F65-2E59-84E4-FB8B-4301D97F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F1E6EF-37EF-DB2F-C7D2-57BD27191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4F5014-17E3-5744-AEB9-808272E6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30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E9672-BAAA-F76B-DE29-20494CCEF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B2473-8CE0-49A8-2785-7078E50B5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BCE9C-0044-8491-C186-226840E4F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AA282B-7593-0853-94B5-EEEDF1D1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85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5A1126-4188-C487-B44C-AE9BA79DF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645BBA-7065-1130-150C-7B6405C5A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66703-555B-E84C-BB50-84B1AF11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7C6C-B31B-7AF9-59FD-F20494E2E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40F7-7520-D812-C245-74251F736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C3AFC-3327-A96D-2C76-17766001E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FA01A-0878-D8E9-4D16-3913BD15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654E1-09F5-3C75-14AC-BCDD03D7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99320-F5B8-CAD9-1244-87ADD9F57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1E47C-9AE0-046C-EF96-B302AA0BB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94F51D-FB9F-5B2D-567E-C8E3850400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8F339-A835-3A1F-1A44-7F3446934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359C2-E6A3-258D-4A9E-722CBB55A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E76A0-16E9-8251-CE5B-E6C4B7211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F1717-36E8-3B15-F47C-36EA568BE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8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81BE-BC29-E5CC-7723-D77F02424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04FAF-6E31-9CFD-70A8-8FE874765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2E473-57AF-3F80-FD25-7ACAFCAEF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7BA49-634E-0740-B355-64684842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8D456-7DCF-712B-852A-F54D79AFA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0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2C9A82-1D5E-323B-035A-06851C101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2FB93-AB86-EF98-A8AE-BBC0602FF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50755-7F14-45AA-6C2A-30E3A9C2E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9393F-015A-46EF-AC8C-7BFC11C81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CCAD8-3D26-971A-ACE8-9319343C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32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A5DE81-C85D-16A7-72FE-15F3775D5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19CF3-66E1-D8C3-3E01-D41E317D2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BC078-EB76-B30E-FD4C-9FE445BD5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D614C-DAF7-F3EC-1CB4-6B8F36287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50BA-E147-9869-5E71-AA135B845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52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0706" y="2856537"/>
            <a:ext cx="7297220" cy="1144926"/>
          </a:xfrm>
        </p:spPr>
        <p:txBody>
          <a:bodyPr>
            <a:normAutofit/>
          </a:bodyPr>
          <a:lstStyle/>
          <a:p>
            <a:r>
              <a:rPr lang="en-GB" dirty="0"/>
              <a:t>PS10: </a:t>
            </a:r>
            <a:r>
              <a:rPr dirty="0"/>
              <a:t>Bank Interest Calculator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05" y="4761788"/>
            <a:ext cx="6770668" cy="197805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Kunwar Bhosle</a:t>
            </a:r>
          </a:p>
          <a:p>
            <a:r>
              <a:rPr lang="en-GB" dirty="0">
                <a:solidFill>
                  <a:schemeClr val="tx1"/>
                </a:solidFill>
              </a:rPr>
              <a:t>150096725181</a:t>
            </a:r>
          </a:p>
          <a:p>
            <a:r>
              <a:rPr lang="en-GB" dirty="0"/>
              <a:t>Course: C++ Programming(Semester II)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9F6CD-5B27-3C86-A292-9C5F446B2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496" y="801585"/>
            <a:ext cx="4507287" cy="17736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400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dirty="0"/>
              <a:t>To develop a C++ program that calculates compound interest.</a:t>
            </a:r>
            <a:endParaRPr lang="en-GB" dirty="0"/>
          </a:p>
          <a:p>
            <a:pPr marL="0" indent="0">
              <a:buNone/>
            </a:pPr>
            <a:endParaRPr dirty="0"/>
          </a:p>
          <a:p>
            <a:r>
              <a:rPr dirty="0"/>
              <a:t>To help users understand interest growth over time.</a:t>
            </a:r>
            <a:endParaRPr lang="en-GB" dirty="0"/>
          </a:p>
          <a:p>
            <a:pPr marL="0" indent="0">
              <a:buNone/>
            </a:pPr>
            <a:endParaRPr dirty="0"/>
          </a:p>
          <a:p>
            <a:r>
              <a:rPr dirty="0"/>
              <a:t>To demonstrate mathematical computation using programming.</a:t>
            </a:r>
            <a:endParaRPr lang="en-GB" dirty="0"/>
          </a:p>
          <a:p>
            <a:pPr marL="0" indent="0">
              <a:buNone/>
            </a:pPr>
            <a:endParaRPr dirty="0"/>
          </a:p>
          <a:p>
            <a:r>
              <a:rPr dirty="0"/>
              <a:t>To apply functions and user input handling in C++.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800" dirty="0"/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dirty="0"/>
              <a:t>Create a simple and user-friendly interest calculator.</a:t>
            </a:r>
            <a:endParaRPr lang="en-GB" dirty="0"/>
          </a:p>
          <a:p>
            <a:pPr marL="0" indent="0">
              <a:buNone/>
            </a:pPr>
            <a:endParaRPr dirty="0"/>
          </a:p>
          <a:p>
            <a:r>
              <a:rPr dirty="0"/>
              <a:t>Allow users to input principal, rate, and time.</a:t>
            </a:r>
            <a:endParaRPr lang="en-GB" dirty="0"/>
          </a:p>
          <a:p>
            <a:pPr marL="0" indent="0">
              <a:buNone/>
            </a:pPr>
            <a:endParaRPr dirty="0"/>
          </a:p>
          <a:p>
            <a:r>
              <a:rPr dirty="0"/>
              <a:t>Provide accurate compound interest results.</a:t>
            </a:r>
            <a:endParaRPr lang="en-GB" dirty="0"/>
          </a:p>
          <a:p>
            <a:pPr marL="0" indent="0">
              <a:buNone/>
            </a:pPr>
            <a:endParaRPr dirty="0"/>
          </a:p>
          <a:p>
            <a:r>
              <a:rPr dirty="0"/>
              <a:t>Improve programming logic and problem-solving skills.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800" dirty="0"/>
              <a:t>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r>
              <a:rPr dirty="0"/>
              <a:t>Used C++ programming language for implementation.</a:t>
            </a:r>
            <a:endParaRPr lang="en-GB" dirty="0"/>
          </a:p>
          <a:p>
            <a:pPr marL="0" indent="0">
              <a:buNone/>
            </a:pPr>
            <a:endParaRPr dirty="0"/>
          </a:p>
          <a:p>
            <a:r>
              <a:rPr dirty="0"/>
              <a:t>Applied compound interest formula using &lt;</a:t>
            </a:r>
            <a:r>
              <a:rPr dirty="0" err="1"/>
              <a:t>cmath</a:t>
            </a:r>
            <a:r>
              <a:rPr dirty="0"/>
              <a:t>&gt; library.</a:t>
            </a:r>
            <a:endParaRPr lang="en-GB" dirty="0"/>
          </a:p>
          <a:p>
            <a:pPr marL="0" indent="0">
              <a:buNone/>
            </a:pPr>
            <a:endParaRPr dirty="0"/>
          </a:p>
          <a:p>
            <a:r>
              <a:rPr dirty="0"/>
              <a:t>Created a separate function to calculate interest.</a:t>
            </a:r>
            <a:endParaRPr lang="en-GB" dirty="0"/>
          </a:p>
          <a:p>
            <a:pPr marL="0" indent="0">
              <a:buNone/>
            </a:pPr>
            <a:endParaRPr dirty="0"/>
          </a:p>
          <a:p>
            <a:r>
              <a:rPr dirty="0"/>
              <a:t>Collected user inputs using </a:t>
            </a:r>
            <a:r>
              <a:rPr dirty="0" err="1"/>
              <a:t>cin</a:t>
            </a:r>
            <a:r>
              <a:rPr dirty="0"/>
              <a:t> statements.</a:t>
            </a:r>
            <a:endParaRPr lang="en-GB" dirty="0"/>
          </a:p>
          <a:p>
            <a:pPr marL="0" indent="0">
              <a:buNone/>
            </a:pPr>
            <a:endParaRPr dirty="0"/>
          </a:p>
          <a:p>
            <a:r>
              <a:rPr dirty="0"/>
              <a:t>Displayed calculated interest and total amount.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800" dirty="0"/>
              <a:t>Functionality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dirty="0"/>
              <a:t>User enters principal amount, rate, and time.</a:t>
            </a:r>
            <a:endParaRPr lang="en-GB" dirty="0"/>
          </a:p>
          <a:p>
            <a:endParaRPr dirty="0"/>
          </a:p>
          <a:p>
            <a:r>
              <a:rPr dirty="0"/>
              <a:t>Program computes compound interest using formula.</a:t>
            </a:r>
            <a:endParaRPr lang="en-GB" dirty="0"/>
          </a:p>
          <a:p>
            <a:endParaRPr dirty="0"/>
          </a:p>
          <a:p>
            <a:r>
              <a:rPr dirty="0"/>
              <a:t>Displays interest earned and final amount.</a:t>
            </a:r>
            <a:endParaRPr lang="en-GB" dirty="0"/>
          </a:p>
          <a:p>
            <a:endParaRPr dirty="0"/>
          </a:p>
          <a:p>
            <a:r>
              <a:rPr dirty="0"/>
              <a:t>Demonstrates practical banking calculation.</a:t>
            </a:r>
            <a:endParaRPr lang="en-GB" dirty="0"/>
          </a:p>
          <a:p>
            <a:endParaRPr dirty="0"/>
          </a:p>
          <a:p>
            <a:r>
              <a:rPr dirty="0"/>
              <a:t>Simple, efficient, and easy-to-understand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172</Words>
  <Application>Microsoft Macintosh PowerPoint</Application>
  <PresentationFormat>On-screen Show (4:3)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PS10: Bank Interest Calculator</vt:lpstr>
      <vt:lpstr>Objective</vt:lpstr>
      <vt:lpstr>Project Goal</vt:lpstr>
      <vt:lpstr>Approach &amp; Methodology</vt:lpstr>
      <vt:lpstr>Functionality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Kunwar Bhosle</cp:lastModifiedBy>
  <cp:revision>3</cp:revision>
  <dcterms:created xsi:type="dcterms:W3CDTF">2013-01-27T09:14:16Z</dcterms:created>
  <dcterms:modified xsi:type="dcterms:W3CDTF">2026-03-16T14:08:53Z</dcterms:modified>
  <cp:category/>
</cp:coreProperties>
</file>